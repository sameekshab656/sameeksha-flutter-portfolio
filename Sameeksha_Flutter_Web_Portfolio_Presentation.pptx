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595360" y="731520"/>
            <a:ext cx="1828800" cy="1828800"/>
          </a:xfrm>
          <a:prstGeom prst="ellipse">
            <a:avLst/>
          </a:prstGeom>
          <a:solidFill>
            <a:srgbClr val="9768FF"/>
          </a:solidFill>
          <a:ln w="19050"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34440" cy="1234440"/>
          </a:xfrm>
          <a:prstGeom prst="ellipse">
            <a:avLst/>
          </a:prstGeom>
          <a:solidFill>
            <a:srgbClr val="3ADCEB"/>
          </a:solidFill>
          <a:ln w="19050"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412480" y="3017520"/>
            <a:ext cx="731520" cy="731520"/>
          </a:xfrm>
          <a:prstGeom prst="ellipse">
            <a:avLst/>
          </a:prstGeom>
          <a:solidFill>
            <a:srgbClr val="FF5BA4"/>
          </a:solidFill>
          <a:ln w="19050">
            <a:solidFill>
              <a:srgbClr val="FF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3657600"/>
            <a:ext cx="1554480" cy="1554480"/>
          </a:xfrm>
          <a:prstGeom prst="ellipse">
            <a:avLst/>
          </a:prstGeom>
          <a:solidFill>
            <a:srgbClr val="9768FF"/>
          </a:solidFill>
          <a:ln w="19050"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4754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dirty="0">
                <a:solidFill>
                  <a:srgbClr val="3ADCEB"/>
                </a:solidFill>
                <a:latin typeface="Aptos"/>
              </a:rPr>
              <a:t>PROJECT SHOWCASE  /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667512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4F7FF"/>
                </a:solidFill>
                <a:latin typeface="Aptos"/>
              </a:rPr>
              <a:t>My Flutter Web
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246120"/>
            <a:ext cx="6675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ADB8CF"/>
                </a:solidFill>
                <a:latin typeface="Aptos"/>
              </a:rPr>
              <a:t>A personal, interactive portfolio built to present my profile,
projects, achievements, and academic journey.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617720"/>
            <a:ext cx="3108960" cy="530352"/>
          </a:xfrm>
          <a:prstGeom prst="roundRect">
            <a:avLst/>
          </a:prstGeom>
          <a:solidFill>
            <a:srgbClr val="1D253E"/>
          </a:solidFill>
          <a:ln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4773168"/>
            <a:ext cx="2834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3ADCEB"/>
                </a:solidFill>
                <a:latin typeface="Aptos"/>
              </a:rPr>
              <a:t>FLUTTER  •  DART  •  GITHUB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74243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ADB8CF"/>
                </a:solidFill>
                <a:latin typeface="Aptos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989320"/>
            <a:ext cx="3657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4F7FF"/>
                </a:solidFill>
                <a:latin typeface="Aptos"/>
              </a:rPr>
              <a:t>Sameeksha Badugu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DB8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Why build a personal portfolio?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single place to communicate skills, work, and progress.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 dirty="0">
                <a:solidFill>
                  <a:srgbClr val="ADB8C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192024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404872"/>
            <a:ext cx="50292" cy="1591056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3ADCEB"/>
                </a:solidFill>
                <a:latin typeface="Aptos"/>
              </a:rPr>
              <a:t>The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304495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A resume is concise, but it cannot fully demonstrate an interactive experience or show project work in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240280"/>
            <a:ext cx="3429000" cy="192024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404872"/>
            <a:ext cx="50292" cy="1591056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42316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9768FF"/>
                </a:solidFill>
                <a:latin typeface="Aptos"/>
              </a:rP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898648"/>
            <a:ext cx="304495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A responsive web portfolio with a sign-in demo, dashboard, and dedicated sections for profile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429000" cy="192024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2404872"/>
            <a:ext cx="50292" cy="1591056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423160"/>
            <a:ext cx="3063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5BA4"/>
                </a:solidFill>
                <a:latin typeface="Aptos"/>
              </a:rPr>
              <a:t>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898648"/>
            <a:ext cx="304495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A shareable website that can be opened from a browser and used as a starting point for future improvements.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09160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E6AA"/>
                </a:solidFill>
                <a:latin typeface="Aptos"/>
              </a:rP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3327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4F7FF"/>
                </a:solidFill>
                <a:latin typeface="Aptos"/>
              </a:rPr>
              <a:t>Present my academic background, certifications, extracurricular activities, projects, and achievements in a clear, engaging format.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SAMEEKSHA BADUGU  •  FLUTTER WEB PORTFOLIO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02 /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Built with Flutter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Dart-based UI, packaged as a browser-accessible website.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ADB8C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383280" cy="205740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359152"/>
            <a:ext cx="50292" cy="1728216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3ADCEB"/>
                </a:solidFill>
                <a:latin typeface="Aptos"/>
              </a:rPr>
              <a:t>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52928"/>
            <a:ext cx="299923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Used to build the interface and reusable UI components for the web experience.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194560"/>
            <a:ext cx="3383280" cy="205740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2359152"/>
            <a:ext cx="50292" cy="1728216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4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9768FF"/>
                </a:solidFill>
                <a:latin typeface="Aptos"/>
              </a:rPr>
              <a:t>Dart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852928"/>
            <a:ext cx="299923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The programming language used for application logic, UI state, and navigation.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194560"/>
            <a:ext cx="3383280" cy="205740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2359152"/>
            <a:ext cx="50292" cy="1728216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377440"/>
            <a:ext cx="3017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5BA4"/>
                </a:solidFill>
                <a:latin typeface="Aptos"/>
              </a:rPr>
              <a:t>GitHub Pages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852928"/>
            <a:ext cx="299923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4F7FF"/>
                </a:solidFill>
                <a:latin typeface="Aptos"/>
              </a:rPr>
              <a:t>Hosts the built web files so the portfolio can be accessed through a public URL.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5488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E6A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02352"/>
            <a:ext cx="9875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F4F7FF"/>
                </a:solidFill>
                <a:latin typeface="Aptos"/>
              </a:rPr>
              <a:t>Dark interface  •  Glowing accents  •  Clear cards  •  Responsive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SAMEEKSHA BADUGU  •  FLUTTER WEB PORTFOLIO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03 /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What the portfolio includes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The dashboard is organized into focused sections.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ADB8C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13432"/>
            <a:ext cx="50292" cy="65836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01  Overview &amp; academics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07208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Profile introduction and academic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48840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313432"/>
            <a:ext cx="50292" cy="658368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9768FF"/>
                </a:solidFill>
                <a:latin typeface="Aptos"/>
              </a:rPr>
              <a:t>02  Certifications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807208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A place to present courses and credentials.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55848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7240" y="3520440"/>
            <a:ext cx="50292" cy="658368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" y="3538728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5BA4"/>
                </a:solidFill>
                <a:latin typeface="Aptos"/>
              </a:rPr>
              <a:t>03  Extracurriculars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014215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Activities and experiences beyond coursework.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355848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520440"/>
            <a:ext cx="50292" cy="658368"/>
          </a:xfrm>
          <a:prstGeom prst="rect">
            <a:avLst/>
          </a:prstGeom>
          <a:solidFill>
            <a:srgbClr val="5E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3538728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EE6AA"/>
                </a:solidFill>
                <a:latin typeface="Aptos"/>
              </a:rPr>
              <a:t>04  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014215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Achievement highlights with a slideshow presentation.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62856"/>
            <a:ext cx="5212080" cy="987552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77240" y="4727448"/>
            <a:ext cx="50292" cy="65836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" y="4745736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05  Logout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221224"/>
            <a:ext cx="4828032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Returns the demo session to the sign-in screen.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989320"/>
            <a:ext cx="105156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ADB8CF"/>
                </a:solidFill>
                <a:latin typeface="Aptos"/>
              </a:rPr>
              <a:t>Also planned in the experience: links to GitHub, LinkedIn, email, and project pages.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SAMEEKSHA BADUGU  •  FLUTTER WEB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28232"/>
            <a:ext cx="41148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 dirty="0">
                <a:solidFill>
                  <a:srgbClr val="ADB8C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04 /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From sign-in to portfolio sections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simple navigation flow keeps the experience easy to explore.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029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ADB8CF"/>
                </a:solidFill>
                <a:latin typeface="Aptos"/>
              </a:rP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1508760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0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3ADCEB"/>
                </a:solidFill>
                <a:latin typeface="Aptos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502152"/>
            <a:ext cx="50292" cy="996695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Open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Visit the published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633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ADB8CF"/>
                </a:solidFill>
                <a:latin typeface="Aptos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9768FF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11880" y="3502152"/>
            <a:ext cx="50292" cy="996695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13048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9768FF"/>
                </a:solidFill>
                <a:latin typeface="Aptos"/>
              </a:rPr>
              <a:t>Enter roll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Demo sign-in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633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ADB8CF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7269479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FF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19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5BA4"/>
                </a:solidFill>
                <a:latin typeface="Aptos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92240" y="3502152"/>
            <a:ext cx="50292" cy="996695"/>
          </a:xfrm>
          <a:prstGeom prst="rect">
            <a:avLst/>
          </a:prstGeom>
          <a:solidFill>
            <a:srgbClr val="FF5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5BA4"/>
                </a:solidFill>
                <a:latin typeface="Aptos"/>
              </a:rPr>
              <a:t>Explore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7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Open the available sections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2633472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ADB8CF"/>
                </a:solidFill>
                <a:latin typeface="Aptos"/>
              </a:rP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10149840" y="2423160"/>
            <a:ext cx="658368" cy="658368"/>
          </a:xfrm>
          <a:prstGeom prst="ellipse">
            <a:avLst/>
          </a:prstGeom>
          <a:solidFill>
            <a:srgbClr val="1D253E"/>
          </a:solidFill>
          <a:ln w="25400">
            <a:solidFill>
              <a:srgbClr val="5E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41280" y="2633472"/>
            <a:ext cx="4754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5EE6AA"/>
                </a:solidFill>
                <a:latin typeface="Aptos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3337560"/>
            <a:ext cx="2240280" cy="132588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72600" y="3502152"/>
            <a:ext cx="50292" cy="996695"/>
          </a:xfrm>
          <a:prstGeom prst="rect">
            <a:avLst/>
          </a:prstGeom>
          <a:solidFill>
            <a:srgbClr val="5E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73768" y="3520440"/>
            <a:ext cx="1874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EE6AA"/>
                </a:solidFill>
                <a:latin typeface="Aptos"/>
              </a:rPr>
              <a:t>View achievements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3995928"/>
            <a:ext cx="1856232" cy="5212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F7FF"/>
                </a:solidFill>
                <a:latin typeface="Aptos"/>
              </a:rPr>
              <a:t>Browse highlights and slideshow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25780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5BA4"/>
                </a:solidFill>
                <a:latin typeface="Aptos"/>
              </a:rPr>
              <a:t>Note: the current sign-in is a demonstration only. Any non-empty roll number is accepted; it is not real authentication.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SAMEEKSHA BADUGU  •  FLUTTER WEB PORTFOLIO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05 /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Publishing the portfolio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The project was built locally and deployed through GitHub Actions.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1248" y="2176272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3A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2304288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ADCEB"/>
                </a:solidFill>
                <a:latin typeface="Aptos"/>
              </a:rPr>
              <a:t>Source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Flutter project committed to GitHub.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2980944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97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0976" y="3108960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53512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9768FF"/>
                </a:solidFill>
                <a:latin typeface="Aptos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53512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Workflow runs flutter pub get and builds the web release.</a:t>
            </a:r>
          </a:p>
        </p:txBody>
      </p:sp>
      <p:sp>
        <p:nvSpPr>
          <p:cNvPr id="15" name="Oval 14"/>
          <p:cNvSpPr/>
          <p:nvPr/>
        </p:nvSpPr>
        <p:spPr>
          <a:xfrm>
            <a:off x="841248" y="3785616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FF5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976" y="3913632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758184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F5BA4"/>
                </a:solidFill>
                <a:latin typeface="Aptos"/>
              </a:rPr>
              <a:t>Artifact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58184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The generated build/web folder is uploaded as a Pages artifact.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" y="4590288"/>
            <a:ext cx="420624" cy="420624"/>
          </a:xfrm>
          <a:prstGeom prst="ellipse">
            <a:avLst/>
          </a:prstGeom>
          <a:solidFill>
            <a:srgbClr val="1D253E"/>
          </a:solidFill>
          <a:ln>
            <a:solidFill>
              <a:srgbClr val="5E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" y="4718304"/>
            <a:ext cx="201168" cy="109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F4F7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562856"/>
            <a:ext cx="20116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5EE6AA"/>
                </a:solidFill>
                <a:latin typeface="Aptos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62856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GitHub Pages publishes the artifact at the project URL.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6928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5EE6AA"/>
                </a:solidFill>
                <a:latin typeface="Aptos"/>
              </a:rPr>
              <a:t>LIVE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23560"/>
            <a:ext cx="89611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ADCEB"/>
                </a:solidFill>
                <a:latin typeface="Aptos"/>
              </a:rPr>
              <a:t>https://sameekshab656.github.io/sameeksha-flutter-portfolio/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SAMEEKSHA BADUGU  •  FLUTTER WEB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DB8C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5120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3ADCEB"/>
                </a:solidFill>
                <a:latin typeface="Aptos"/>
              </a:rPr>
              <a:t>06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4F7FF"/>
                </a:solidFill>
                <a:latin typeface="Aptos"/>
              </a:rPr>
              <a:t>What I learned &amp; what comes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ADB8CF"/>
                </a:solidFill>
                <a:latin typeface="Aptos"/>
              </a:rPr>
              <a:t>A working deployment is the foundation, not the finish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914400" cy="41148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212080" cy="242316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313432"/>
            <a:ext cx="50292" cy="2093976"/>
          </a:xfrm>
          <a:prstGeom prst="rect">
            <a:avLst/>
          </a:prstGeom>
          <a:solidFill>
            <a:srgbClr val="3AD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3ADCEB"/>
                </a:solidFill>
                <a:latin typeface="Aptos"/>
              </a:rPr>
              <a:t>Key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482803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• Building a multi-section UI with Flutter
• Managing assets and project structure
• Using Git and GitHub for version control
• Deploying a web build with GitHub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48840"/>
            <a:ext cx="5212080" cy="2423160"/>
          </a:xfrm>
          <a:prstGeom prst="roundRect">
            <a:avLst/>
          </a:prstGeom>
          <a:solidFill>
            <a:srgbClr val="161C30"/>
          </a:solidFill>
          <a:ln>
            <a:solidFill>
              <a:srgbClr val="1D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313432"/>
            <a:ext cx="50292" cy="2093976"/>
          </a:xfrm>
          <a:prstGeom prst="rect">
            <a:avLst/>
          </a:prstGeom>
          <a:solidFill>
            <a:srgbClr val="97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331720"/>
            <a:ext cx="48463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9768FF"/>
                </a:solidFill>
                <a:latin typeface="Aptos"/>
              </a:rPr>
              <a:t>Future improvements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07208"/>
            <a:ext cx="4828032" cy="1618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4F7FF"/>
                </a:solidFill>
                <a:latin typeface="Aptos"/>
              </a:rPr>
              <a:t>• Add real authentication if private access is needed
• Improve accessibility and mobile responsiveness
• Add project screenshots and live demos
• Add analytics and a custom domain if useful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2743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dirty="0">
                <a:solidFill>
                  <a:srgbClr val="F4F7FF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62356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sz="1400" b="0">
              <a:solidFill>
                <a:srgbClr val="ADB8C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6455664"/>
            <a:ext cx="64008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DB8CF"/>
                </a:solidFill>
                <a:latin typeface="Aptos"/>
              </a:rPr>
              <a:t>SAMEEKSHA BADUGU  •  FLUTTER WEB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2823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ADB8C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603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Sameeksha Badugu</cp:lastModifiedBy>
  <cp:revision>2</cp:revision>
  <dcterms:created xsi:type="dcterms:W3CDTF">2013-01-27T09:14:16Z</dcterms:created>
  <dcterms:modified xsi:type="dcterms:W3CDTF">2026-10-12T17:37:11Z</dcterms:modified>
  <cp:category/>
</cp:coreProperties>
</file>